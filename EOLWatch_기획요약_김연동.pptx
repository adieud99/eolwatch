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인프라 자산의 지원종료 시점을 추적하고 서버 점검을 자동화하는 시스템을 만들려고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이전 프로젝트에서 운영이 어렵다는 걸 겪었고, 현장에서도 같은 문제가 반복되고 있어 주제로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단계 흐름입니다. 범위는 기능보다 끝낼 수 있는지를 기준으로 잘랐습니다.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EC2 한 대에 컨테이너로 올리고, 점검 대상 3대를 따로 띄웁니다. 프록시만 외부에 열려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공지에 선택 사유를 설명할 수 있어야 한다고 되어 있어, 이유를 함께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테이블 6개와 뷰 1개입니다. 위험도 기준은 예산 편성 주기에 맞췄고, 설계에서 갈렸던 지점 세 가지를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운영에 가장 무게를 뒀습니다. 복구는 문서로만 두지 않고 실제로 해볼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3주차까지가 핵심입니다. 늦어지면 예산 리포트부터 빼고, 그다음 알림을 뺄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파이널 프로젝트 서비스 1차 계획서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51460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인프라 자산 지원종료 관리 및</a:t>
            </a:r>
            <a:endParaRPr lang="en-US" sz="34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점검 자동화 시스템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EOLWatch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7091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광명융합기술교육원  데이터분석과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 연 동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0" y="5486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2026. 09. 01.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왜 이 주제인가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앞선 개인 프로젝트에서 배운 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57200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1051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재고관리 시스템을 AWS에 배포해 운영 중이다.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것보다 어려웠던 쪽은 배포 이후였다.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 갱신을 놓쳐 접속이 막힌 적이 있었고,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컨테이너가 죽은 걸 며칠 뒤에 알아챈 적도 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만드는 순간보다 유지되는 기간이 훨씬 길다.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현장에서 확인한 문제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645920"/>
            <a:ext cx="548640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81051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정보가 아직 상당수 엑셀로 관리된다.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지원이 끝난(EOSL) 장비가 파악되지 않은 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계속 운영된다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일일 점검을 사람이 서버마다 접속해 수행하고,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바쁜 날에는 몇 대가 조용히 빠진다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대장과 점검 결과가 다른 파일에 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프로젝트가 하려는 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"지원도 끝났는데 상태까지 불안한 장비"를 뽑아내려면 사람이 두 파일을 대조해야 한다.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대조를 시스템이 하게 만든다. 자산 정보와 운영 상태를 하나의 DB로 합치고, 점검은 사람 손을 떼게 한다.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- 1 -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무엇을 만드는가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서버·스토리지·네트워크 자산의 지원종료 시점을 추적하고, 매일 자동 점검한 결과를 리포트로 발행하는 유지보수 관리 시스템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2395728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등록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일괄 등록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모델·위치·도입일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2402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1296" y="1691640"/>
            <a:ext cx="2395728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18745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수집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22402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무인 접속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점검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07024" y="22402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2395728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18745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판정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22402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EOSL 잔여일 기준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분류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2402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79408" y="1691640"/>
            <a:ext cx="2395728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79408" y="187452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발행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79408" y="22402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· PDF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Teams 알림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범위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7033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등록·조회·수정, CSV 일괄 등록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01421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14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모델별 EOL / EOSL 정보 관리와 자산 연결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325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계약 만료 추적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360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636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서버 상태 수집과 이상 판정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9469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946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 현황 대시보드, 점검 이력 조회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257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257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점검 리포트 PDF, 교체 예산 리포트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56869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5568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Teams 알림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제외한 것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범위를 넓히다 아무것도 못 끝내는 상황을 피하려고 미리 잘라냈다.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40050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SNMP · IPMI 하드웨어 수집 — 물리 장비 확보 불가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3159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4315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권한 세분화 — 관리자 / 조회자 2단계로 축소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462686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46268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실시간 감시 — 이 프로젝트의 목적이 아님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- 2 -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구성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요청은 리버스 프록시만 받고, 애플리케이션과 데이터베이스 포트는 열지 않는다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371600" cy="59436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587752"/>
            <a:ext cx="868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10312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 443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691640"/>
            <a:ext cx="566928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(서비스)   ·   Docker Compose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176272"/>
            <a:ext cx="5212080" cy="50292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21762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Caddy   리버스 프록시  ·  인증서 자동 발급 / 갱신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37560" y="2816352"/>
            <a:ext cx="52120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889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대시보드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1455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 현황 · 자산 목록 · 점검 이력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538728"/>
            <a:ext cx="52120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3611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867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· 계약 · 점검 결과 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4261104"/>
            <a:ext cx="52120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4334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5902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· EOL 정보 · 점검 이력 · 알림 이력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4983480"/>
            <a:ext cx="521208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5056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스케줄러 / 리포트 생성기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5312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정시 SSH 수집 · PDF 발행 · Teams 알림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778240" y="3703320"/>
            <a:ext cx="868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732520" y="32461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22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인증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38360" y="1691640"/>
            <a:ext cx="1645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대상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21240" y="2240280"/>
            <a:ext cx="128016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21240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21240" y="3337560"/>
            <a:ext cx="128016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2124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2124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21240" y="4434840"/>
            <a:ext cx="128016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2124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921240" y="4919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에이전트리스 방식 — 대상 서버에 별도 설치 없이 SSH로 명령만 실행해 수집한다. 남의 서버를 맡아 관리하는 유지보수 특성상, 고객사 서버에 임의로 설치하는 것이 어렵다는 점을 반영했다.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- 3 -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기술 스택과 고른 이유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대부분은 "익숙해서"와 "무료라서"가 섞여 있고, 그 부분은 그대로 적었다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234440" cy="384048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11680" y="1600200"/>
            <a:ext cx="2148840" cy="384048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600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7223760" cy="384048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600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이유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984248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1984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0" y="1984248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21408" y="198424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/ FastAPI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1984248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70248" y="1984248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수집기도 파이썬으로 쓸 거라 언어를 하나로 맞췄다. API 문서가 자동으로 나온다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368296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368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11680" y="2368296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21408" y="236829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60520" y="2368296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70248" y="2368296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JSONB가 필요했다. 이전 프로젝트에서 써봐서 익숙한 것도 이유다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2752344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7523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11680" y="2752344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21408" y="275234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Paramiko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60520" y="2752344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70248" y="2752344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접속과 명령 실행을 코드로 직접 제어. 대상 서버에 설치가 필요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3136392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136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11680" y="3136392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21408" y="313639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Recharts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0520" y="3136392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70248" y="3136392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써본 조합이라 화면 만드는 데 시간을 덜 쓸 수 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3520440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520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11680" y="352044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21408" y="352044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WeasyPrint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60520" y="3520440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70248" y="3520440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HTML로 양식을 짜고 그대로 PDF로 뽑는다. 리포팅 도구를 붙일 여력이 없다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" y="3904488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39044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011680" y="3904488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21408" y="39044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Terraform / Docker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60520" y="3904488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70248" y="3904488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코드로 남겨 두면 날려도 다시 세울 수 있다. 이번에 제대로 써보고 싶다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7240" y="4288536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42885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프록시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011680" y="4288536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21408" y="428853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Caddy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160520" y="4288536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270248" y="4288536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 만료로 서비스가 막혔던 경험이 있어, 갱신이 자동인 쪽을 택했다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77240" y="4672584"/>
            <a:ext cx="1234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7240" y="4672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011680" y="4672584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21408" y="467258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 / Actions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160520" y="4672584"/>
            <a:ext cx="7223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270248" y="4672584"/>
            <a:ext cx="7004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 티어로 상시 접속 서비스를 만들 수 있다. 테스트 통과 시에만 배포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7772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검토했다가 안 쓴 것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77240" y="541324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960120" y="54132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Zabbix · Prometheus — 실시간 감시는 잘하지만 자산 수명주기와 계약은 다루지 않는다. 그 둘을 붙이는 게 이 프로젝트의 목적이라 직접 만든다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777240" y="572414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" y="5724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설치형 수집 — 대상 서버마다 설치하고 버전을 맞춰야 해서 유지보수 현장 조건과 안 맞는다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777240" y="6035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96012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Kubernetes — 이 규모에 쓸 이유가 없고, 프리 티어 자원으로는 애초에 안 돌아간다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- 4 -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데이터 설계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6개와 뷰 1개. 잘 안 바뀌는 정보와 매일 쌓이는 정보를 갈라놓고, 자산과 EOL 정보는 모델 코드로 연결한다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구성과 주요 컬럼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78308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178308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874520"/>
            <a:ext cx="73152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874520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379476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874520"/>
            <a:ext cx="37947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컬럼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253996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2253996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asset_type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2253996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253996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253996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568" y="2253996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type_code · type_name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633472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633472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vendor_lifecycle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0" y="2633472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2633472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2633472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01568" y="2633472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model_code(PK) · eol_date · eosl_date · source_url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012948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3012948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3012948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0320" y="3012948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3012948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01568" y="3012948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asset_tag · model_code(FK) · rack_no · is_monitored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3392424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" y="3392424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contract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392424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3392424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3392424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01568" y="3392424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end_date · annual_cost · service_level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" y="3771900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" y="3771900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check_result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3771900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60320" y="3771900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91840" y="3771900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01568" y="3771900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collect_status · 사용률 · disk_detail(JSONB)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7240" y="4151376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6968" y="4151376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alert_log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60320" y="4151376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60320" y="4151376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4151376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01568" y="4151376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alert_type · severity · is_success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7240" y="4530852"/>
            <a:ext cx="178308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6968" y="4530852"/>
            <a:ext cx="156362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v_eosl_risk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560320" y="4530852"/>
            <a:ext cx="7315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560320" y="4530852"/>
            <a:ext cx="7315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91840" y="4530852"/>
            <a:ext cx="37947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401568" y="4530852"/>
            <a:ext cx="35753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days_left · risk_level (asset ⨝ vendor_lifecycle)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31520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 판정 기준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7315200" y="1874520"/>
            <a:ext cx="137160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15200" y="1874520"/>
            <a:ext cx="1371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686800" y="1874520"/>
            <a:ext cx="128016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0" y="1874520"/>
            <a:ext cx="12801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잔여일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966960" y="1874520"/>
            <a:ext cx="1417320" cy="379476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966960" y="1874520"/>
            <a:ext cx="1417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315200" y="2253996"/>
            <a:ext cx="137160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15200" y="2253996"/>
            <a:ext cx="1371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EXPIRED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686800" y="2253996"/>
            <a:ext cx="12801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686800" y="2253996"/>
            <a:ext cx="12801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지남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966960" y="2253996"/>
            <a:ext cx="14173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966960" y="2253996"/>
            <a:ext cx="1417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교체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315200" y="2633472"/>
            <a:ext cx="137160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0" y="2633472"/>
            <a:ext cx="1371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686800" y="2633472"/>
            <a:ext cx="12801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86800" y="2633472"/>
            <a:ext cx="12801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180일 이내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966960" y="2633472"/>
            <a:ext cx="14173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966960" y="2633472"/>
            <a:ext cx="1417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예산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315200" y="3012948"/>
            <a:ext cx="137160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315200" y="3012948"/>
            <a:ext cx="1371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686800" y="3012948"/>
            <a:ext cx="12801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686800" y="3012948"/>
            <a:ext cx="12801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365일 이내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966960" y="3012948"/>
            <a:ext cx="14173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966960" y="3012948"/>
            <a:ext cx="1417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내년 예산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7315200" y="3392424"/>
            <a:ext cx="137160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315200" y="3392424"/>
            <a:ext cx="1371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8686800" y="3392424"/>
            <a:ext cx="128016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686800" y="3392424"/>
            <a:ext cx="12801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365일 초과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9966960" y="3392424"/>
            <a:ext cx="1417320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966960" y="3392424"/>
            <a:ext cx="1417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확인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315200" y="3913632"/>
            <a:ext cx="406908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498080" y="40233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180일 · 365일로 끊은 이유</a:t>
            </a:r>
            <a:endParaRPr lang="en-US" sz="1150" dirty="0"/>
          </a:p>
        </p:txBody>
      </p:sp>
      <p:sp>
        <p:nvSpPr>
          <p:cNvPr id="87" name="Text 85"/>
          <p:cNvSpPr txBox="1"/>
          <p:nvPr/>
        </p:nvSpPr>
        <p:spPr>
          <a:xfrm>
            <a:off x="7498080" y="42976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편성 주기에 맞췄다. 1년 안에 끝나면 다음 해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예산에 넣어야 하고, 6개월 안이면 올해 안에 처리해야 한다.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77240" y="5074920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77240" y="5230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설계에서 고민이 갈렸던 지점</a:t>
            </a:r>
            <a:endParaRPr lang="en-US" sz="1350" dirty="0"/>
          </a:p>
        </p:txBody>
      </p:sp>
      <p:sp>
        <p:nvSpPr>
          <p:cNvPr id="90" name="Text 88"/>
          <p:cNvSpPr txBox="1"/>
          <p:nvPr/>
        </p:nvSpPr>
        <p:spPr>
          <a:xfrm>
            <a:off x="777240" y="5532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960120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EOL 날짜를 자산 테이블에 둘 것인가 — 같은 모델 20대면 날짜를 20번 적고, 지원이 연장되면 20건을 다 고쳐야 한다. 모델을 마스터로 뺐다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777240" y="584301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960120" y="58430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결과를 전부 컬럼으로 만들 것인가 — 파티션 개수와 감시 프로세스는 서버마다 다르다. 공통 지표는 컬럼, 나머지는 JSONB로 담는다</a:t>
            </a:r>
            <a:endParaRPr lang="en-US" sz="1100" dirty="0"/>
          </a:p>
        </p:txBody>
      </p:sp>
      <p:sp>
        <p:nvSpPr>
          <p:cNvPr id="94" name="Text 92"/>
          <p:cNvSpPr txBox="1"/>
          <p:nvPr/>
        </p:nvSpPr>
        <p:spPr>
          <a:xfrm>
            <a:off x="777240" y="61539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960120" y="61539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collect_status를 왜 두는가 — "이상 없음"과 "접속을 못 해 알 수 없음"을 구분해야 수집 실패를 놓치지 않는다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- 5 -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운영 · 보안 · 비용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것보다 계속 돌아가게 하는 쪽에 더 무게를 뒀다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852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852160" cy="45720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86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비정상 종료 시 자동 재기동, 3회 연속 실패하면 알림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97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97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pg_dump 수행 후 7일치 순환 보관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108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절차를 문서로 만들고 6주차에 실제로 한 번 복구해본다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204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수집이 연속 실패하면 원인을 구분해 기록하고 알림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319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31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상태 확인 주소를 주기 호출해 응답을 기록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43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43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애플리케이션과 수집기 로그를 분리 보관, 용량 기준 순환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7548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CPU · 디스크가 임계를 넘으면 알림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03720" y="1645920"/>
            <a:ext cx="4480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645920"/>
            <a:ext cx="4480560" cy="41148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21284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80 · 443만 개방, DB 포트는 닫음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5420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키 인증만, 비밀번호 인증 차단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87121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구간 HTTPS, HTTP는 리다이렉트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200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계정은 조회 명령만 가능하게 제한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5295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정보 · 웹훅 주소는 환경변수로 분리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4114800"/>
            <a:ext cx="4480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4114800"/>
            <a:ext cx="4480560" cy="41148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6634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 티어 + 무료 서비스로 월 0원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0" y="497433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0" y="4974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4대 (서비스 1 · 점검 대상 3)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2852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285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 티어 종료 시 월 약 44,000원 추산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" y="5806440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백업이 있다는 것과 복구가 된다는 것은 다른 이야기다. 실제로 되살려보지 않으면 그 백업 파일이 쓸 수 있는 상태인지 알 수 없다. 그래서 6주차에 DB를 날리고 복구하는 작업을 일정에 넣었다.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- 6 -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일정과 산출물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24128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1일부터 발표일인 10월 16일까지 약 6주 반. 3주차까지 핵심 기능을 끝내는 것이 목표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777240" cy="36576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54480" y="1600200"/>
            <a:ext cx="1600200" cy="36576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600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600200"/>
            <a:ext cx="5120640" cy="365760"/>
          </a:xfrm>
          <a:prstGeom prst="rect">
            <a:avLst/>
          </a:prstGeom>
          <a:solidFill>
            <a:srgbClr val="E8ECF2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554480" y="196596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09.01 ~ 09.07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54680" y="196596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64408" y="196596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스키마 설계, Terraform으로 AWS 환경 구축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33172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331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54480" y="233172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09.08 ~ 09.14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3317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64408" y="23317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백엔드, 위험도 산정, 로그인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269748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697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554480" y="269748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5544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09.15 ~ 09.21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54680" y="269748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64408" y="269748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대상 EC2 구성, SSH 수집기, 스케줄러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306324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063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554480" y="306324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5448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09.22 ~ 09.28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154680" y="306324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64408" y="306324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대시보드, 위험도 현황, 점검 이력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342900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429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554480" y="342900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55448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09.29 ~ 10.05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154680" y="342900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64408" y="34290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리포트, Teams 알림, 보안 설정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" y="379476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3794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554480" y="379476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5448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10.06 ~ 10.12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154680" y="379476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64408" y="379476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안정화, 백업·복구 훈련, 문서 정리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7240" y="4160520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41605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554480" y="4160520"/>
            <a:ext cx="1600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55448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10.13 ~ 10.16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154680" y="41605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64408" y="41605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점검, 발표 자료, 시연 리허설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732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확인 지점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8732520" y="1984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09.21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9646920" y="1947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3대에서 사람 없이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데이터가 쌓인다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732520" y="2587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09.28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646920" y="25511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도메인으로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대시보드에 접속된다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732520" y="31912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10.05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96469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리포트와 알림까지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흐름이 이어진다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732520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10.12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9646920" y="37581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백업에서 실제로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복구에 성공한다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7240" y="4617720"/>
            <a:ext cx="10607040" cy="0"/>
          </a:xfrm>
          <a:prstGeom prst="line">
            <a:avLst/>
          </a:prstGeom>
          <a:noFill/>
          <a:ln w="12700">
            <a:solidFill>
              <a:srgbClr val="C7CDD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72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남기는 것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77724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서비스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2697480" y="51389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도메인으로 접속 가능한 대시보드 (상시 가동)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77240" y="5468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2697480" y="54681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점검 보고서 PDF, 장비 교체 예산 리포트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777240" y="5797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2697480" y="57972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— 백엔드 · 프론트 · 수집기 · Terraform · Docker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77724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269748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· API 명세 · 구성도 / 배포 · 백업 · 장애 대응 절차서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0" y="641908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- 7 -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2026-08-31T11:51:00Z</dcterms:created>
  <dcterms:modified xsi:type="dcterms:W3CDTF">2026-08-31T11:51:00Z</dcterms:modified>
</cp:coreProperties>
</file>